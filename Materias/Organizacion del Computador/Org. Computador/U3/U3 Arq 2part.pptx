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68" r:id="rId4"/>
    <p:sldId id="269" r:id="rId5"/>
    <p:sldId id="270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B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33400-6961-4845-A680-C8BA9DF96184}" type="datetimeFigureOut">
              <a:rPr lang="es-BO" smtClean="0"/>
              <a:t>1/9/2023</a:t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FCE2-E88A-44A3-897B-9097551EA60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63121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33400-6961-4845-A680-C8BA9DF96184}" type="datetimeFigureOut">
              <a:rPr lang="es-BO" smtClean="0"/>
              <a:t>1/9/2023</a:t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FCE2-E88A-44A3-897B-9097551EA60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103648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33400-6961-4845-A680-C8BA9DF96184}" type="datetimeFigureOut">
              <a:rPr lang="es-BO" smtClean="0"/>
              <a:t>1/9/2023</a:t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FCE2-E88A-44A3-897B-9097551EA60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988316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33400-6961-4845-A680-C8BA9DF96184}" type="datetimeFigureOut">
              <a:rPr lang="es-BO" smtClean="0"/>
              <a:t>1/9/2023</a:t>
            </a:fld>
            <a:endParaRPr lang="es-B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FCE2-E88A-44A3-897B-9097551EA60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861726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33400-6961-4845-A680-C8BA9DF96184}" type="datetimeFigureOut">
              <a:rPr lang="es-BO" smtClean="0"/>
              <a:t>1/9/2023</a:t>
            </a:fld>
            <a:endParaRPr lang="es-B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FCE2-E88A-44A3-897B-9097551EA60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003732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33400-6961-4845-A680-C8BA9DF96184}" type="datetimeFigureOut">
              <a:rPr lang="es-BO" smtClean="0"/>
              <a:t>1/9/2023</a:t>
            </a:fld>
            <a:endParaRPr lang="es-B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FCE2-E88A-44A3-897B-9097551EA60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84925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33400-6961-4845-A680-C8BA9DF96184}" type="datetimeFigureOut">
              <a:rPr lang="es-BO" smtClean="0"/>
              <a:t>1/9/2023</a:t>
            </a:fld>
            <a:endParaRPr lang="es-B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FCE2-E88A-44A3-897B-9097551EA60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084691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33400-6961-4845-A680-C8BA9DF96184}" type="datetimeFigureOut">
              <a:rPr lang="es-BO" smtClean="0"/>
              <a:t>1/9/2023</a:t>
            </a:fld>
            <a:endParaRPr lang="es-B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FCE2-E88A-44A3-897B-9097551EA60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602159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B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33400-6961-4845-A680-C8BA9DF96184}" type="datetimeFigureOut">
              <a:rPr lang="es-BO" smtClean="0"/>
              <a:t>1/9/2023</a:t>
            </a:fld>
            <a:endParaRPr lang="es-B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FCE2-E88A-44A3-897B-9097551EA60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902257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33400-6961-4845-A680-C8BA9DF96184}" type="datetimeFigureOut">
              <a:rPr lang="es-BO" smtClean="0"/>
              <a:t>1/9/2023</a:t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FCE2-E88A-44A3-897B-9097551EA60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02036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33400-6961-4845-A680-C8BA9DF96184}" type="datetimeFigureOut">
              <a:rPr lang="es-BO" smtClean="0"/>
              <a:t>1/9/2023</a:t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FFCE2-E88A-44A3-897B-9097551EA60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573038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133400-6961-4845-A680-C8BA9DF96184}" type="datetimeFigureOut">
              <a:rPr lang="es-BO" smtClean="0"/>
              <a:t>1/9/2023</a:t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FFCE2-E88A-44A3-897B-9097551EA60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765628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6755027"/>
          </a:xfrm>
        </p:spPr>
      </p:pic>
    </p:spTree>
    <p:extLst>
      <p:ext uri="{BB962C8B-B14F-4D97-AF65-F5344CB8AC3E}">
        <p14:creationId xmlns:p14="http://schemas.microsoft.com/office/powerpoint/2010/main" val="2730963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</p:spPr>
      </p:pic>
    </p:spTree>
    <p:extLst>
      <p:ext uri="{BB962C8B-B14F-4D97-AF65-F5344CB8AC3E}">
        <p14:creationId xmlns:p14="http://schemas.microsoft.com/office/powerpoint/2010/main" val="2044057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31675"/>
          </a:xfrm>
        </p:spPr>
      </p:pic>
    </p:spTree>
    <p:extLst>
      <p:ext uri="{BB962C8B-B14F-4D97-AF65-F5344CB8AC3E}">
        <p14:creationId xmlns:p14="http://schemas.microsoft.com/office/powerpoint/2010/main" val="1538081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7903" cy="6858000"/>
          </a:xfrm>
        </p:spPr>
      </p:pic>
    </p:spTree>
    <p:extLst>
      <p:ext uri="{BB962C8B-B14F-4D97-AF65-F5344CB8AC3E}">
        <p14:creationId xmlns:p14="http://schemas.microsoft.com/office/powerpoint/2010/main" val="4151461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645870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462018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04259"/>
          </a:xfrm>
        </p:spPr>
      </p:pic>
    </p:spTree>
    <p:extLst>
      <p:ext uri="{BB962C8B-B14F-4D97-AF65-F5344CB8AC3E}">
        <p14:creationId xmlns:p14="http://schemas.microsoft.com/office/powerpoint/2010/main" val="1854665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709365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</p:spPr>
      </p:pic>
    </p:spTree>
    <p:extLst>
      <p:ext uri="{BB962C8B-B14F-4D97-AF65-F5344CB8AC3E}">
        <p14:creationId xmlns:p14="http://schemas.microsoft.com/office/powerpoint/2010/main" val="3468688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717886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229974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11257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0841"/>
            <a:ext cx="12192000" cy="6931725"/>
          </a:xfrm>
        </p:spPr>
      </p:pic>
    </p:spTree>
    <p:extLst>
      <p:ext uri="{BB962C8B-B14F-4D97-AF65-F5344CB8AC3E}">
        <p14:creationId xmlns:p14="http://schemas.microsoft.com/office/powerpoint/2010/main" val="2116743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174375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0" y="0"/>
            <a:ext cx="12184779" cy="6787978"/>
          </a:xfrm>
        </p:spPr>
      </p:pic>
    </p:spTree>
    <p:extLst>
      <p:ext uri="{BB962C8B-B14F-4D97-AF65-F5344CB8AC3E}">
        <p14:creationId xmlns:p14="http://schemas.microsoft.com/office/powerpoint/2010/main" val="2338931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</p:spPr>
      </p:pic>
    </p:spTree>
    <p:extLst>
      <p:ext uri="{BB962C8B-B14F-4D97-AF65-F5344CB8AC3E}">
        <p14:creationId xmlns:p14="http://schemas.microsoft.com/office/powerpoint/2010/main" val="2288133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8970"/>
          </a:xfrm>
        </p:spPr>
      </p:pic>
    </p:spTree>
    <p:extLst>
      <p:ext uri="{BB962C8B-B14F-4D97-AF65-F5344CB8AC3E}">
        <p14:creationId xmlns:p14="http://schemas.microsoft.com/office/powerpoint/2010/main" val="13464122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</p:spPr>
      </p:pic>
    </p:spTree>
    <p:extLst>
      <p:ext uri="{BB962C8B-B14F-4D97-AF65-F5344CB8AC3E}">
        <p14:creationId xmlns:p14="http://schemas.microsoft.com/office/powerpoint/2010/main" val="22955162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3134229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</dc:creator>
  <cp:lastModifiedBy>Daniel</cp:lastModifiedBy>
  <cp:revision>1</cp:revision>
  <dcterms:created xsi:type="dcterms:W3CDTF">2023-09-01T16:27:44Z</dcterms:created>
  <dcterms:modified xsi:type="dcterms:W3CDTF">2023-09-01T16:28:25Z</dcterms:modified>
</cp:coreProperties>
</file>