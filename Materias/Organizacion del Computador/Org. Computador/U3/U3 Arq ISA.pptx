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4619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7726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0847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204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8935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3892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8000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564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3723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4545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8829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22538-BAA6-4E10-A341-2A674E2D813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F4FEB-951F-42C1-BCAD-858DE1F7286D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4898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9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3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26097" cy="6858000"/>
          </a:xfrm>
        </p:spPr>
      </p:pic>
    </p:spTree>
    <p:extLst>
      <p:ext uri="{BB962C8B-B14F-4D97-AF65-F5344CB8AC3E}">
        <p14:creationId xmlns:p14="http://schemas.microsoft.com/office/powerpoint/2010/main" val="34894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0770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6567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840"/>
            <a:ext cx="12192000" cy="6918840"/>
          </a:xfrm>
        </p:spPr>
      </p:pic>
    </p:spTree>
    <p:extLst>
      <p:ext uri="{BB962C8B-B14F-4D97-AF65-F5344CB8AC3E}">
        <p14:creationId xmlns:p14="http://schemas.microsoft.com/office/powerpoint/2010/main" val="99590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903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126440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15401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2726"/>
            <a:ext cx="12192001" cy="6795274"/>
          </a:xfrm>
        </p:spPr>
      </p:pic>
    </p:spTree>
    <p:extLst>
      <p:ext uri="{BB962C8B-B14F-4D97-AF65-F5344CB8AC3E}">
        <p14:creationId xmlns:p14="http://schemas.microsoft.com/office/powerpoint/2010/main" val="2097961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35562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49666" cy="6858000"/>
          </a:xfrm>
        </p:spPr>
      </p:pic>
    </p:spTree>
    <p:extLst>
      <p:ext uri="{BB962C8B-B14F-4D97-AF65-F5344CB8AC3E}">
        <p14:creationId xmlns:p14="http://schemas.microsoft.com/office/powerpoint/2010/main" val="378596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079"/>
            <a:ext cx="12084908" cy="6985959"/>
          </a:xfrm>
        </p:spPr>
      </p:pic>
    </p:spTree>
    <p:extLst>
      <p:ext uri="{BB962C8B-B14F-4D97-AF65-F5344CB8AC3E}">
        <p14:creationId xmlns:p14="http://schemas.microsoft.com/office/powerpoint/2010/main" val="263454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2738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32706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119186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4119"/>
          </a:xfrm>
        </p:spPr>
      </p:pic>
    </p:spTree>
    <p:extLst>
      <p:ext uri="{BB962C8B-B14F-4D97-AF65-F5344CB8AC3E}">
        <p14:creationId xmlns:p14="http://schemas.microsoft.com/office/powerpoint/2010/main" val="9578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43762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30314"/>
          </a:xfrm>
        </p:spPr>
      </p:pic>
    </p:spTree>
    <p:extLst>
      <p:ext uri="{BB962C8B-B14F-4D97-AF65-F5344CB8AC3E}">
        <p14:creationId xmlns:p14="http://schemas.microsoft.com/office/powerpoint/2010/main" val="1746325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901187"/>
          </a:xfrm>
        </p:spPr>
      </p:pic>
    </p:spTree>
    <p:extLst>
      <p:ext uri="{BB962C8B-B14F-4D97-AF65-F5344CB8AC3E}">
        <p14:creationId xmlns:p14="http://schemas.microsoft.com/office/powerpoint/2010/main" val="400968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826"/>
          </a:xfrm>
        </p:spPr>
      </p:pic>
    </p:spTree>
    <p:extLst>
      <p:ext uri="{BB962C8B-B14F-4D97-AF65-F5344CB8AC3E}">
        <p14:creationId xmlns:p14="http://schemas.microsoft.com/office/powerpoint/2010/main" val="216420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90614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1233"/>
          </a:xfrm>
        </p:spPr>
      </p:pic>
    </p:spTree>
    <p:extLst>
      <p:ext uri="{BB962C8B-B14F-4D97-AF65-F5344CB8AC3E}">
        <p14:creationId xmlns:p14="http://schemas.microsoft.com/office/powerpoint/2010/main" val="3488489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0149"/>
          </a:xfrm>
        </p:spPr>
      </p:pic>
    </p:spTree>
    <p:extLst>
      <p:ext uri="{BB962C8B-B14F-4D97-AF65-F5344CB8AC3E}">
        <p14:creationId xmlns:p14="http://schemas.microsoft.com/office/powerpoint/2010/main" val="2713715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12270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00326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53851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4186164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49883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91752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65742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257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71471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882108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Daniel</cp:lastModifiedBy>
  <cp:revision>4</cp:revision>
  <dcterms:created xsi:type="dcterms:W3CDTF">2023-09-01T16:10:23Z</dcterms:created>
  <dcterms:modified xsi:type="dcterms:W3CDTF">2023-09-01T16:18:15Z</dcterms:modified>
</cp:coreProperties>
</file>