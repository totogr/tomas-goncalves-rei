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im89wqXvforgdlLsuqiR/okbNv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customschemas.google.com/relationships/presentationmetadata" Target="meta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AR"/>
              <a:t>FLIP FLOP RS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100717"/>
            <a:ext cx="10515600" cy="3801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229" y="1495155"/>
            <a:ext cx="10869542" cy="3867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808" y="1523734"/>
            <a:ext cx="11174384" cy="3810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939" y="1528497"/>
            <a:ext cx="11260121" cy="3801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229" y="1423707"/>
            <a:ext cx="11231542" cy="4010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097" y="1218891"/>
            <a:ext cx="11145805" cy="4420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1126" y="1166497"/>
            <a:ext cx="8049748" cy="4525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0205" y="1176023"/>
            <a:ext cx="7811590" cy="4505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7783" y="1171260"/>
            <a:ext cx="8116433" cy="4515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4441" y="1256997"/>
            <a:ext cx="8183117" cy="4344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7945" y="1342734"/>
            <a:ext cx="3296110" cy="4172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4441" y="1328444"/>
            <a:ext cx="8183117" cy="4201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2494" y="342469"/>
            <a:ext cx="8507012" cy="6173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1811" y="1042654"/>
            <a:ext cx="6468378" cy="4772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AR"/>
              <a:t>FLIP FLOP JK</a:t>
            </a:r>
            <a:endParaRPr/>
          </a:p>
        </p:txBody>
      </p:sp>
      <p:sp>
        <p:nvSpPr>
          <p:cNvPr id="162" name="Google Shape;162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3205" y="1128391"/>
            <a:ext cx="6725589" cy="4601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2782" y="1242707"/>
            <a:ext cx="9926435" cy="4372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256" y="928338"/>
            <a:ext cx="9945488" cy="5001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0443" y="1485629"/>
            <a:ext cx="6011114" cy="3886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492" y="847364"/>
            <a:ext cx="10317015" cy="5163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361" y="1218891"/>
            <a:ext cx="10593278" cy="4420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203" y="1757129"/>
            <a:ext cx="10707594" cy="3343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387" y="1714260"/>
            <a:ext cx="10755226" cy="3429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82" y="1723787"/>
            <a:ext cx="10650436" cy="341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229" y="1709497"/>
            <a:ext cx="10507541" cy="3439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913" y="1337970"/>
            <a:ext cx="10374173" cy="418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861" y="1195075"/>
            <a:ext cx="10412278" cy="446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729" y="1185549"/>
            <a:ext cx="10326541" cy="448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598" y="1638050"/>
            <a:ext cx="10240804" cy="35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387" y="1561839"/>
            <a:ext cx="10755226" cy="3734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440" y="1652339"/>
            <a:ext cx="10355120" cy="3553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150" y="1047417"/>
            <a:ext cx="11107700" cy="4763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466" y="1009312"/>
            <a:ext cx="10517068" cy="483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2022-09-25T00:04:59Z</dcterms:created>
  <dc:creator>Usuario de Windows</dc:creator>
</cp:coreProperties>
</file>