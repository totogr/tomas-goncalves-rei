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5" roundtripDataSignature="AMtx7miwb4mc8I6ixwRdwPy5IA1V9tPR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slide" Target="slides/slide40.xml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45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B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B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B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4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B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4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4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4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B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B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B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B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B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B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B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B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8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0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8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2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5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3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7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9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3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9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1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4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6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7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8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5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"/>
            <a:ext cx="12109622" cy="8653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92" name="Google Shape;92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410" y="-1"/>
            <a:ext cx="12023974" cy="61784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98" name="Google Shape;98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40" y="-1"/>
            <a:ext cx="12185459" cy="6852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04" name="Google Shape;104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70966"/>
            <a:ext cx="12060195" cy="672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10" name="Google Shape;110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73" y="0"/>
            <a:ext cx="11970757" cy="6804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16" name="Google Shape;116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" y="0"/>
            <a:ext cx="1219200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22" name="Google Shape;122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60840"/>
            <a:ext cx="12068432" cy="7595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28" name="Google Shape;128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137" y="0"/>
            <a:ext cx="12294937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34" name="Google Shape;134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-1"/>
            <a:ext cx="12192001" cy="66708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40" name="Google Shape;140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" y="0"/>
            <a:ext cx="12182721" cy="6928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46" name="Google Shape;146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12192001" cy="6907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52" name="Google Shape;152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"/>
            <a:ext cx="12192000" cy="678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58" name="Google Shape;158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70964"/>
            <a:ext cx="12134335" cy="6787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64" name="Google Shape;164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32257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70" name="Google Shape;170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"/>
            <a:ext cx="12192000" cy="6925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76" name="Google Shape;176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138" y="0"/>
            <a:ext cx="1215186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82" name="Google Shape;182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94" y="0"/>
            <a:ext cx="12126906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88" name="Google Shape;188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35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94" name="Google Shape;194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"/>
            <a:ext cx="12192000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00" name="Google Shape;200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-1"/>
            <a:ext cx="12192001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06" name="Google Shape;206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62726"/>
            <a:ext cx="12192001" cy="67952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12" name="Google Shape;212;p2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787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18" name="Google Shape;218;p2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48282"/>
            <a:ext cx="12218065" cy="68868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24" name="Google Shape;224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0964"/>
            <a:ext cx="12192000" cy="66263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30" name="Google Shape;230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787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36" name="Google Shape;236;p2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42" name="Google Shape;242;p2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0162" y="-181233"/>
            <a:ext cx="9761838" cy="7336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48" name="Google Shape;248;p2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12192001" cy="68164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54" name="Google Shape;254;p2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-1"/>
            <a:ext cx="12192001" cy="67715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60" name="Google Shape;260;p3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66" name="Google Shape;266;p3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-1"/>
            <a:ext cx="12192001" cy="6822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72" name="Google Shape;272;p3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-1"/>
            <a:ext cx="8571645" cy="64419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78" name="Google Shape;278;p3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" y="0"/>
            <a:ext cx="1219200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84" name="Google Shape;284;p3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8363382" cy="6285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90" name="Google Shape;290;p3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61582"/>
            <a:ext cx="12192000" cy="6696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96" name="Google Shape;296;p3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-1"/>
            <a:ext cx="12249666" cy="68411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302" name="Google Shape;302;p3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34" y="167500"/>
            <a:ext cx="121296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308" name="Google Shape;308;p3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"/>
            <a:ext cx="12274378" cy="68032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314" name="Google Shape;314;p3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379" y="186295"/>
            <a:ext cx="12066621" cy="67090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320" name="Google Shape;320;p4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"/>
            <a:ext cx="12192000" cy="67715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2023-08-23T16:10:58Z</dcterms:created>
  <dc:creator>Daniel</dc:creator>
</cp:coreProperties>
</file>